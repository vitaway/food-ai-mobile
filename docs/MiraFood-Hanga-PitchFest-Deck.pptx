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I7wlVxkUNSsYsOWPRBWwHoTR0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341164" y="2812363"/>
            <a:ext cx="9056054" cy="1233274"/>
            <a:chOff x="341164" y="2185940"/>
            <a:chExt cx="9056054" cy="1233274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341164" y="2185940"/>
              <a:ext cx="9056054" cy="59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E85C25"/>
                  </a:solidFill>
                </a:rPr>
                <a:t>Hanga Pitchfest 202</a:t>
              </a:r>
              <a:r>
                <a:rPr b="1" lang="en-US" sz="3600">
                  <a:solidFill>
                    <a:srgbClr val="E85C25"/>
                  </a:solidFill>
                </a:rPr>
                <a:t>4</a:t>
              </a:r>
              <a:r>
                <a:rPr b="1" i="0" lang="en-US" sz="3600" u="none" cap="none" strike="noStrike">
                  <a:solidFill>
                    <a:srgbClr val="E85C25"/>
                  </a:solidFill>
                </a:rPr>
                <a:t> Pitch Deck</a:t>
              </a:r>
              <a:endParaRPr b="1" sz="2400">
                <a:solidFill>
                  <a:srgbClr val="E85C25"/>
                </a:solidFill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341164" y="2823696"/>
              <a:ext cx="9056054" cy="595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Name of</a:t>
              </a:r>
              <a:r>
                <a:rPr lang="en-US" sz="3600">
                  <a:solidFill>
                    <a:srgbClr val="3A3838"/>
                  </a:solidFill>
                </a:rPr>
                <a:t> </a:t>
              </a:r>
              <a:r>
                <a:rPr lang="en-US" sz="3600">
                  <a:solidFill>
                    <a:srgbClr val="3A3838"/>
                  </a:solidFill>
                  <a:latin typeface="Arial"/>
                  <a:ea typeface="Arial"/>
                  <a:cs typeface="Arial"/>
                  <a:sym typeface="Arial"/>
                </a:rPr>
                <a:t>start-up</a:t>
              </a:r>
              <a:endParaRPr sz="24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Problem statement</a:t>
            </a:r>
            <a:endParaRPr b="1"/>
          </a:p>
        </p:txBody>
      </p:sp>
      <p:sp>
        <p:nvSpPr>
          <p:cNvPr id="93" name="Google Shape;93;p2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• Chronic disease and malnutrition are rising in Rwanda and East Africa, but nutrition care stops at the clinic door.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600"/>
              <a:t>• Patients struggle to log what they eat — especially local dishes (Isombe, Ugali, brochette) that global apps don't recognise.</a:t>
            </a:r>
          </a:p>
          <a:p>
            <a:r>
              <a:rPr sz="1600"/>
              <a:t>• Dietitians and coaches cannot scale: manual meal review is slow, inconsistent, and disconnected from daily life.</a:t>
            </a:r>
          </a:p>
          <a:p>
            <a:r>
              <a:rPr sz="1600"/>
              <a:t>• Generic nutrition databases are built for Western foods — not TFCT-aligned, bilingual, or clinically safe for local populations.</a:t>
            </a:r>
          </a:p>
          <a:p>
            <a:r>
              <a:rPr sz="1600"/>
              <a:t>• Result: poor adherence, delayed interventions, and nutrition advice that doesn't match what people actually eat.</a:t>
            </a:r>
          </a:p>
        </p:txBody>
      </p:sp>
      <p:pic>
        <p:nvPicPr>
          <p:cNvPr id="94" name="Google Shape;9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85C25"/>
                </a:solidFill>
                <a:latin typeface="Arial"/>
                <a:ea typeface="Arial"/>
                <a:cs typeface="Arial"/>
                <a:sym typeface="Arial"/>
              </a:rPr>
              <a:t>Solution statement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MiraFood is a clinical nutrition platform that connects patients, certified coaches, and a Rwanda-first food database.</a:t>
            </a:r>
            <a:endParaRPr i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600"/>
              <a:t/>
            </a:r>
          </a:p>
          <a:p>
            <a:r>
              <a:rPr sz="1600"/>
              <a:t>• Patients log meals by photo or text on mobile</a:t>
            </a:r>
          </a:p>
          <a:p>
            <a:r>
              <a:rPr sz="1600"/>
              <a:t>• AI proposes food items and portions — coaches verify before results are released</a:t>
            </a:r>
          </a:p>
          <a:p>
            <a:r>
              <a:rPr sz="1600"/>
              <a:t>• Nutrition calculated from TFCT-aligned local database (EN / Kinyarwanda)</a:t>
            </a:r>
          </a:p>
          <a:p>
            <a:r>
              <a:rPr sz="1600"/>
              <a:t>• Coaches manage caseloads, chat, reports, and smart alerts from a web dashboard</a:t>
            </a:r>
          </a:p>
          <a:p>
            <a:r>
              <a:rPr sz="1600"/>
              <a:t>• Family subscriptions and mobile payments via IremboPay</a:t>
            </a:r>
          </a:p>
          <a:p>
            <a:r>
              <a:rPr sz="1600"/>
              <a:t/>
            </a:r>
          </a:p>
          <a:p>
            <a:r>
              <a:rPr sz="1600"/>
              <a:t>Innovation: coach-in-the-loop AI + local food science — safe, scalable, and built for East Africa.</a:t>
            </a:r>
          </a:p>
        </p:txBody>
      </p:sp>
      <p:pic>
        <p:nvPicPr>
          <p:cNvPr id="101" name="Google Shape;10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Market size</a:t>
            </a:r>
            <a:endParaRPr b="1"/>
          </a:p>
        </p:txBody>
      </p:sp>
      <p:sp>
        <p:nvSpPr>
          <p:cNvPr id="107" name="Google Shape;107;p4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Target customers:</a:t>
            </a:r>
            <a:endParaRPr/>
          </a:p>
          <a:p>
            <a:r>
              <a:rPr sz="1600"/>
              <a:t>• B2C: Individuals and families seeking nutrition coaching (weekly/monthly plans)</a:t>
            </a:r>
          </a:p>
          <a:p>
            <a:r>
              <a:rPr sz="1600"/>
              <a:t>• B2B2C: Clinics, hospitals, wellness programmes, and insurers needing remote diet monitoring</a:t>
            </a:r>
          </a:p>
          <a:p>
            <a:r>
              <a:rPr sz="1600"/>
              <a:t>• Coaches &amp; dietitians: SaaS tools for caseload management and verified meal review</a:t>
            </a:r>
          </a:p>
          <a:p>
            <a:r>
              <a:rPr sz="1600"/>
              <a:t/>
            </a:r>
          </a:p>
          <a:p>
            <a:r>
              <a:rPr sz="1600"/>
              <a:t>Market opportunity:</a:t>
            </a:r>
          </a:p>
          <a:p>
            <a:r>
              <a:rPr sz="1600"/>
              <a:t>• Rwanda health &amp; wellness market growing with digital health push (MINICT, RDB)</a:t>
            </a:r>
          </a:p>
          <a:p>
            <a:r>
              <a:rPr sz="1600"/>
              <a:t>• 13M+ population; rising NCD burden (diabetes, hypertension) driving nutrition demand</a:t>
            </a:r>
          </a:p>
          <a:p>
            <a:r>
              <a:rPr sz="1600"/>
              <a:t>• East Africa expansion: similar food cultures, shared TFCT data gap</a:t>
            </a:r>
          </a:p>
          <a:p>
            <a:r>
              <a:rPr sz="1600"/>
              <a:t>• Global digital nutrition market &gt;$5B — underserved segment: local-food clinical platforms</a:t>
            </a:r>
          </a:p>
        </p:txBody>
      </p:sp>
      <p:pic>
        <p:nvPicPr>
          <p:cNvPr id="108" name="Google Shape;10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Product traction </a:t>
            </a:r>
            <a:endParaRPr b="1"/>
          </a:p>
        </p:txBody>
      </p:sp>
      <p:sp>
        <p:nvSpPr>
          <p:cNvPr id="114" name="Google Shape;114;p5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Stage: Working product — pre-scale launch</a:t>
            </a:r>
            <a:endParaRPr/>
          </a:p>
          <a:p>
            <a:r>
              <a:rPr sz="1600"/>
              <a:t/>
            </a:r>
          </a:p>
          <a:p>
            <a:r>
              <a:rPr sz="1600"/>
              <a:t>Built &amp; live:</a:t>
            </a:r>
          </a:p>
          <a:p>
            <a:r>
              <a:rPr sz="1600"/>
              <a:t>• Mobile app (iOS/Android) — meal logging, dashboard, subscriptions, chat, referrals</a:t>
            </a:r>
          </a:p>
          <a:p>
            <a:r>
              <a:rPr sz="1600"/>
              <a:t>• Coach/admin web platform — review queue, nutrition DB, recipes, reports, assignments</a:t>
            </a:r>
          </a:p>
          <a:p>
            <a:r>
              <a:rPr sz="1600"/>
              <a:t>• Production API — auth, payments (IremboPay), TFCT nutrition engine, AI meal assist</a:t>
            </a:r>
          </a:p>
          <a:p>
            <a:r>
              <a:rPr sz="1600"/>
              <a:t>• Composite recipe module for traditional dishes with clinical yield method</a:t>
            </a:r>
          </a:p>
          <a:p>
            <a:r>
              <a:rPr sz="1600"/>
              <a:t/>
            </a:r>
          </a:p>
          <a:p>
            <a:r>
              <a:rPr sz="1600"/>
              <a:t>Traction signals:</a:t>
            </a:r>
          </a:p>
          <a:p>
            <a:r>
              <a:rPr sz="1600"/>
              <a:t>• End-to-end coach-in-the-loop workflow operational</a:t>
            </a:r>
          </a:p>
          <a:p>
            <a:r>
              <a:rPr sz="1600"/>
              <a:t>• Bilingual nutrition database aligned to local food composition tables</a:t>
            </a:r>
          </a:p>
          <a:p>
            <a:r>
              <a:rPr sz="1600"/>
              <a:t>• App store submission in progress; pilot-ready for clinics and coach networks</a:t>
            </a:r>
          </a:p>
        </p:txBody>
      </p:sp>
      <p:pic>
        <p:nvPicPr>
          <p:cNvPr id="115" name="Google Shape;11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Business model</a:t>
            </a:r>
            <a:endParaRPr b="1"/>
          </a:p>
        </p:txBody>
      </p:sp>
      <p:sp>
        <p:nvSpPr>
          <p:cNvPr id="121" name="Google Shape;121;p6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Revenue streams: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600"/>
              <a:t>• B2C subscriptions — weekly, monthly, and family plans (mobile + IremboPay)</a:t>
            </a:r>
          </a:p>
          <a:p>
            <a:r>
              <a:rPr sz="1600"/>
              <a:t>• B2B licensing — clinics and wellness programmes (per-seat or per-patient pricing)</a:t>
            </a:r>
          </a:p>
          <a:p>
            <a:r>
              <a:rPr sz="1600"/>
              <a:t>• Coach platform fees — premium tools for caseload management and reporting</a:t>
            </a:r>
          </a:p>
          <a:p>
            <a:r>
              <a:rPr sz="1600"/>
              <a:t>• Future: insurer/employer wellness partnerships and anonymised nutrition insights</a:t>
            </a:r>
          </a:p>
          <a:p>
            <a:r>
              <a:rPr sz="1600"/>
              <a:t/>
            </a:r>
          </a:p>
          <a:p>
            <a:r>
              <a:rPr sz="1600"/>
              <a:t>Unit economics:</a:t>
            </a:r>
          </a:p>
          <a:p>
            <a:r>
              <a:rPr sz="1600"/>
              <a:t>• Recurring subscription revenue with low marginal cost per additional patient</a:t>
            </a:r>
          </a:p>
          <a:p>
            <a:r>
              <a:rPr sz="1600"/>
              <a:t>• Coach verification keeps AI costs controlled while maintaining clinical quality</a:t>
            </a:r>
          </a:p>
        </p:txBody>
      </p:sp>
      <p:pic>
        <p:nvPicPr>
          <p:cNvPr id="122" name="Google Shape;12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Competitors</a:t>
            </a:r>
            <a:endParaRPr b="1"/>
          </a:p>
        </p:txBody>
      </p:sp>
      <p:sp>
        <p:nvSpPr>
          <p:cNvPr id="128" name="Google Shape;128;p7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Competitors: MyFitnessPal, Lose It!, Noom, generic hospital EMR nutrition modules, WhatsApp-based coach workflows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600"/>
              <a:t/>
            </a:r>
          </a:p>
          <a:p>
            <a:r>
              <a:rPr sz="1600"/>
              <a:t>MiraFood advantage:</a:t>
            </a:r>
          </a:p>
          <a:p>
            <a:r>
              <a:rPr sz="1600"/>
              <a:t>• Local-first: TFCT-aligned database + East African dish recognition (not Western-only)</a:t>
            </a:r>
          </a:p>
          <a:p>
            <a:r>
              <a:rPr sz="1600"/>
              <a:t>• Clinical safety: coach must approve before patient sees nutrition results</a:t>
            </a:r>
          </a:p>
          <a:p>
            <a:r>
              <a:rPr sz="1600"/>
              <a:t>• Full stack: mobile + coach dashboard + payments + chat — not just a calorie counter</a:t>
            </a:r>
          </a:p>
          <a:p>
            <a:r>
              <a:rPr sz="1600"/>
              <a:t>• Bilingual (English / Kinyarwanda) — built for Rwanda</a:t>
            </a:r>
          </a:p>
          <a:p>
            <a:r>
              <a:rPr sz="1600"/>
              <a:t>• Composite recipe engine for traditional cooked dishes (e.g. Isombe)</a:t>
            </a:r>
          </a:p>
          <a:p>
            <a:r>
              <a:rPr sz="1600"/>
              <a:t>• Server-side data isolation for clinical and payer privacy</a:t>
            </a:r>
          </a:p>
        </p:txBody>
      </p:sp>
      <p:pic>
        <p:nvPicPr>
          <p:cNvPr id="129" name="Google Shape;1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Funding status</a:t>
            </a:r>
            <a:endParaRPr b="1"/>
          </a:p>
        </p:txBody>
      </p:sp>
      <p:sp>
        <p:nvSpPr>
          <p:cNvPr id="135" name="Google Shape;135;p8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• Stage: Bootstrapped / founder-funded — no venture capital raised</a:t>
            </a:r>
            <a:endParaRPr/>
          </a:p>
          <a:p>
            <a:r>
              <a:rPr sz="1600"/>
              <a:t>• Product built in-house by Vitaway team</a:t>
            </a:r>
          </a:p>
          <a:p>
            <a:r>
              <a:rPr sz="1600"/>
              <a:t>• Infrastructure: self-hosted production API, mobile via EAS, payment integration live</a:t>
            </a:r>
          </a:p>
          <a:p>
            <a:r>
              <a:rPr sz="1600"/>
              <a:t>• Seeking: Hanga PitchFest support for go-to-market, pilot clinics, and AI model localisation</a:t>
            </a:r>
          </a:p>
          <a:p>
            <a:r>
              <a:rPr sz="1600"/>
              <a:t>• Use of funds: user acquisition, coach onboarding, clinical pilots, and proprietary AI training on local food data</a:t>
            </a:r>
          </a:p>
        </p:txBody>
      </p:sp>
      <p:pic>
        <p:nvPicPr>
          <p:cNvPr id="136" name="Google Shape;1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341164" y="399583"/>
            <a:ext cx="9056054" cy="59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5C25"/>
                </a:solidFill>
              </a:rPr>
              <a:t>Team members</a:t>
            </a:r>
            <a:endParaRPr b="1"/>
          </a:p>
        </p:txBody>
      </p:sp>
      <p:sp>
        <p:nvSpPr>
          <p:cNvPr id="142" name="Google Shape;142;p9"/>
          <p:cNvSpPr txBox="1"/>
          <p:nvPr/>
        </p:nvSpPr>
        <p:spPr>
          <a:xfrm>
            <a:off x="412604" y="995101"/>
            <a:ext cx="11446024" cy="479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Vitaway — building MiraFood</a:t>
            </a:r>
            <a:endParaRPr/>
          </a:p>
          <a:p>
            <a:r>
              <a:rPr sz="1600"/>
              <a:t/>
            </a:r>
          </a:p>
          <a:p>
            <a:r>
              <a:rPr sz="1600"/>
              <a:t>• [Founder Name] — CEO / Product Lead — [background: health, nutrition, or tech]</a:t>
            </a:r>
          </a:p>
          <a:p>
            <a:r>
              <a:rPr sz="1600"/>
              <a:t>• [Co-founder Name] — CTO — Full-stack &amp; mobile (React Native, Node.js, AI integration)</a:t>
            </a:r>
          </a:p>
          <a:p>
            <a:r>
              <a:rPr sz="1600"/>
              <a:t>• [Coach Lead Name] — Clinical Nutrition Advisor — Registered dietitian / nutrition expert</a:t>
            </a:r>
          </a:p>
          <a:p>
            <a:r>
              <a:rPr sz="1600"/>
              <a:t>• [Developer Name] — Engineering — Platform, API, and AI pipeline</a:t>
            </a:r>
          </a:p>
          <a:p>
            <a:r>
              <a:rPr sz="1600"/>
              <a:t/>
            </a:r>
          </a:p>
          <a:p>
            <a:r>
              <a:rPr sz="1600"/>
              <a:t>Advisors &amp; partners: Rwanda nutrition community, TFCT data alignment, IremboPay payments</a:t>
            </a:r>
          </a:p>
          <a:p>
            <a:r>
              <a:rPr sz="1600"/>
              <a:t/>
            </a:r>
          </a:p>
          <a:p>
            <a:r>
              <a:rPr sz="1600"/>
              <a:t>→ Replace bracketed names with your actual team before submitting</a:t>
            </a:r>
          </a:p>
        </p:txBody>
      </p:sp>
      <p:pic>
        <p:nvPicPr>
          <p:cNvPr id="143" name="Google Shape;1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6500" y="4793475"/>
            <a:ext cx="2113603" cy="17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2021-10-27T07:40:47Z</dcterms:created>
  <dc:creator>Valentine Nashipae</dc:creator>
</cp:coreProperties>
</file>